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92aca36-fbd2-701a-85c3-bca86ef4c8ae}">
          <p14:sldIdLst>
            <p14:sldId id="256"/>
          </p14:sldIdLst>
        </p14:section>
        <p14:section name="Summary" id="{3810e8f7-3086-162b-7c43-47f86f732ee9}">
          <p14:sldIdLst>
            <p14:sldId id="257"/>
          </p14:sldIdLst>
        </p14:section>
        <p14:section name="Architecture" id="{a178590c-a5a1-3240-113c-fb4ca66f1ef3}">
          <p14:sldIdLst>
            <p14:sldId id="258"/>
          </p14:sldIdLst>
        </p14:section>
        <p14:section name="Dashboard" id="{09188ddd-7132-2c73-3f3b-42f030ae4f8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lose" id="{8093ab56-4acc-c148-4716-95f29b1ab1c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WasmBox lets SaaS customers write Python plugins and run them safely on shared infrastructure. The server never executes raw customer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the server never runs raw customer Python. Everything else follows from that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layers, each independently meaningful. The capability model is the fourth control and gets its own moment in the Playground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is the orientation slide: it shows the system is up before anything is demonstrated.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capability toggle is the strongest single moment in the demo. Granted returns fixture rows, denied fails because the host function was never registered.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turns the security claim into a demonstration. Each attack names the layer that denied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Webhooks show the SaaS ingress pattern. Signature verification happens before the plugin is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answers the auditability question: nothing runs without leaving a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the loop: the attacks run in the Security Lab show up as counters here within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rule the system is built on,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A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274320" y="1307017"/>
            <a:ext cx="1079002" cy="2670623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274320" y="1510417"/>
            <a:ext cx="1486367" cy="2467223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74320" y="1775471"/>
            <a:ext cx="1856589" cy="2202169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74320" y="2095553"/>
            <a:ext cx="2180418" cy="1882087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2462667"/>
            <a:ext cx="2449761" cy="1514973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74320" y="2867638"/>
            <a:ext cx="2657888" cy="1110002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74320" y="3300346"/>
            <a:ext cx="2799598" cy="677294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4320" y="3749979"/>
            <a:ext cx="2871349" cy="227661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977640"/>
            <a:ext cx="2871349" cy="227661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977640"/>
            <a:ext cx="2799598" cy="677294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977640"/>
            <a:ext cx="2657888" cy="1110002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977640"/>
            <a:ext cx="2449761" cy="1514973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977640"/>
            <a:ext cx="2180418" cy="1882087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977640"/>
            <a:ext cx="1856589" cy="2202169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977640"/>
            <a:ext cx="1486367" cy="2467223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77640"/>
            <a:ext cx="1079002" cy="2670623"/>
          </a:xfrm>
          <a:prstGeom prst="line">
            <a:avLst/>
          </a:prstGeom>
          <a:noFill/>
          <a:ln w="9525">
            <a:solidFill>
              <a:srgbClr val="F5C04E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-1097280" y="2606040"/>
            <a:ext cx="2743200" cy="2743200"/>
          </a:xfrm>
          <a:prstGeom prst="ellipse">
            <a:avLst/>
          </a:prstGeom>
          <a:ln w="7620">
            <a:solidFill>
              <a:srgbClr val="F5C04E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1874520" y="1828800"/>
            <a:ext cx="4297680" cy="4297680"/>
          </a:xfrm>
          <a:prstGeom prst="ellipse">
            <a:avLst/>
          </a:prstGeom>
          <a:ln w="7620">
            <a:solidFill>
              <a:srgbClr val="F5C04E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-2606040" y="1097280"/>
            <a:ext cx="5760720" cy="5760720"/>
          </a:xfrm>
          <a:prstGeom prst="ellipse">
            <a:avLst/>
          </a:prstGeom>
          <a:ln w="7620">
            <a:solidFill>
              <a:srgbClr val="F5C04E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" y="3822192"/>
            <a:ext cx="310896" cy="310896"/>
          </a:xfrm>
          <a:prstGeom prst="ellipse">
            <a:avLst/>
          </a:prstGeom>
          <a:solidFill>
            <a:srgbClr val="FAF7ED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1481328"/>
            <a:ext cx="50292" cy="3127248"/>
          </a:xfrm>
          <a:prstGeom prst="rect">
            <a:avLst/>
          </a:prstGeom>
          <a:solidFill>
            <a:srgbClr val="F5C0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1572768"/>
            <a:ext cx="67665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-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WASMBOX</a:t>
            </a:r>
            <a:endParaRPr lang="en-US" sz="62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743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Multi-Tenant Plugin Sandbox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21868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Python, compiled to WebAssembly and executed under hard limits.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92040" y="3950208"/>
            <a:ext cx="6629400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40965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AXLERO SOLUTIONS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096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4096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4114800"/>
            <a:ext cx="0" cy="237744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4114800"/>
            <a:ext cx="0" cy="237744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4114800"/>
            <a:ext cx="0" cy="237744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 ·  PROJECT REVIEW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code runs safely, and the sandbox proves it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defense layers, six dashboard pages, fourteen test suites | Version 1.0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03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layers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independent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7238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AST guard, compilation to WASM, and Wasmtime runtime limits.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319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206240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operational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901184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Overview, Playground, Plugins, Security Lab, Operations, Metrics.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103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the whole system is built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2542032"/>
            <a:ext cx="3749040" cy="2212848"/>
          </a:xfrm>
          <a:prstGeom prst="rect">
            <a:avLst/>
          </a:prstGeom>
          <a:solidFill>
            <a:srgbClr val="F5C0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82312" y="2724912"/>
            <a:ext cx="3236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44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of raw customer Python executed on the host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1272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1A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600" dirty="0"/>
          </a:p>
        </p:txBody>
      </p:sp>
      <p:sp>
        <p:nvSpPr>
          <p:cNvPr id="17" name="Text 15"/>
          <p:cNvSpPr txBox="1"/>
          <p:nvPr/>
        </p:nvSpPr>
        <p:spPr>
          <a:xfrm>
            <a:off x="4782312" y="427939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exec. No eval. No subprocess.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8463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runtime accepts WebAssembly bytecode only.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210312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ceiling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2377440"/>
            <a:ext cx="2770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pPr indent="0" marL="0">
              <a:buNone/>
            </a:pPr>
            <a:r>
              <a:rPr lang="en-US" sz="140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MB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072384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cap applied to every execution store.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93192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timeout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732520" y="4206240"/>
            <a:ext cx="2770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indent="0" marL="0">
              <a:buNone/>
            </a:pPr>
            <a:r>
              <a:rPr lang="en-US" sz="140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ms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4901184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budget halts runaway loops in milliseconds.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2103120"/>
            <a:ext cx="0" cy="301752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2103120"/>
            <a:ext cx="0" cy="301752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50468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65099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by 14 pytest suites covering the AST guard, runtime limits, capabilities, host functions, the compiler client, the WebSocket stream and the attack classifier.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EXECUTION PIPELINE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plugin passes the same five stages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bypass of any single layer does not defeat the others | Compile once, fingerprint, then execute under limits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39696"/>
            <a:ext cx="2066544" cy="1572768"/>
          </a:xfrm>
          <a:prstGeom prst="rect">
            <a:avLst/>
          </a:prstGeom>
          <a:solidFill>
            <a:srgbClr val="F3EFE2"/>
          </a:solidFill>
          <a:ln w="12700">
            <a:solidFill>
              <a:srgbClr val="D7D1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C9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542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907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written in the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editor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77063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A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26664" y="2139696"/>
            <a:ext cx="2066544" cy="1572768"/>
          </a:xfrm>
          <a:prstGeom prst="rect">
            <a:avLst/>
          </a:prstGeom>
          <a:solidFill>
            <a:srgbClr val="F3EFE2"/>
          </a:solidFill>
          <a:ln w="12700">
            <a:solidFill>
              <a:srgbClr val="D7D1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91256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C9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191256" y="2542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 guard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91256" y="2907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imports and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 rejected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102352" y="277063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A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67528" y="2139696"/>
            <a:ext cx="2066544" cy="1572768"/>
          </a:xfrm>
          <a:prstGeom prst="rect">
            <a:avLst/>
          </a:prstGeom>
          <a:solidFill>
            <a:srgbClr val="F3EFE2"/>
          </a:solidFill>
          <a:ln w="12700">
            <a:solidFill>
              <a:srgbClr val="D7D1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32120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C9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542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907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extism-py builds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WASM in Docker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77063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A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08392" y="2139696"/>
            <a:ext cx="2066544" cy="1572768"/>
          </a:xfrm>
          <a:prstGeom prst="rect">
            <a:avLst/>
          </a:prstGeom>
          <a:solidFill>
            <a:srgbClr val="F5C04E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72984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72984" y="2542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872984" y="2907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Wasmtime applies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and fuel caps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784080" y="277063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A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49256" y="2139696"/>
            <a:ext cx="2066544" cy="1572768"/>
          </a:xfrm>
          <a:prstGeom prst="rect">
            <a:avLst/>
          </a:prstGeom>
          <a:solidFill>
            <a:srgbClr val="F3EFE2"/>
          </a:solidFill>
          <a:ln w="12700">
            <a:solidFill>
              <a:srgbClr val="D7D1C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13848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C96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213848" y="25420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213848" y="2907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Fingerprint, timing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55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status stored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05993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layer removes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4425696"/>
            <a:ext cx="342290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517136"/>
            <a:ext cx="3422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882896"/>
            <a:ext cx="342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AST guard blocks os, socket, subprocess, ctypes, open, eval and exec before anything compiles. Violations carry a line and column.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3024" y="4425696"/>
            <a:ext cx="342290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83024" y="4517136"/>
            <a:ext cx="3422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383024" y="4882896"/>
            <a:ext cx="342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to WebAssembly removes the Python interpreter itself, and with it the reflection and import escape routes.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80248" y="4425696"/>
            <a:ext cx="3422904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80248" y="4517136"/>
            <a:ext cx="3422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80248" y="4882896"/>
            <a:ext cx="34229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Wasmtime enforces a memory ceiling and a fuel budget. No filesystem and no network interface is ever provided to the module.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053328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functions are the only bridge out of the sandbox, and each one is granted per execution through a capability flag.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Overview: sandbox health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 confirming the API, the stream and recent activity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screenshot-slot"/>
          <p:cNvSpPr/>
          <p:nvPr/>
        </p:nvSpPr>
        <p:spPr>
          <a:xfrm>
            <a:off x="685800" y="2029968"/>
            <a:ext cx="7360920" cy="4142232"/>
          </a:xfrm>
          <a:prstGeom prst="rect">
            <a:avLst/>
          </a:prstGeom>
          <a:solidFill>
            <a:srgbClr val="F3EFE2"/>
          </a:solidFill>
          <a:ln w="12700">
            <a:solidFill>
              <a:srgbClr val="CBC4B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37353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A3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8279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page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299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14016"/>
            <a:ext cx="30906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API and WebSocket status indicators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executions with status and duration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selector for the multi-tenant demo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links to Grafana and Prometheus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5047488"/>
            <a:ext cx="3090672" cy="1124712"/>
          </a:xfrm>
          <a:prstGeom prst="rect">
            <a:avLst/>
          </a:prstGeom>
          <a:solidFill>
            <a:srgbClr val="F5C04E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518464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543153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here first. A green API dot proves the dashboard, the proxy and the sandbox are all live.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PLAYGROUND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Playground: write, compile and run in the browser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Monaco editor, three starter templates, and live output while the plugin executes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screenshot-slot"/>
          <p:cNvSpPr/>
          <p:nvPr/>
        </p:nvSpPr>
        <p:spPr>
          <a:xfrm>
            <a:off x="685800" y="2029968"/>
            <a:ext cx="7360920" cy="4142232"/>
          </a:xfrm>
          <a:prstGeom prst="rect">
            <a:avLst/>
          </a:prstGeom>
          <a:solidFill>
            <a:srgbClr val="F3EFE2"/>
          </a:solidFill>
          <a:ln w="12700">
            <a:solidFill>
              <a:srgbClr val="CBC4B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37353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A3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8279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Playground page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299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14016"/>
            <a:ext cx="30906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Monaco editor with three starter templates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returns the SHA-256 fingerprint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streams live over the WebSocket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Violations underline the offending token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5047488"/>
            <a:ext cx="3090672" cy="1124712"/>
          </a:xfrm>
          <a:prstGeom prst="rect">
            <a:avLst/>
          </a:prstGeom>
          <a:solidFill>
            <a:srgbClr val="F5C04E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518464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543153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once with Allow safe DB bridge on, once with it off. Granted returns rows; denied fails at import.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SECURITY LAB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Lab: attacks, and why each one fails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Curated attacks executed on demand, each denial attributed to the layer that stopped it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screenshot-slot"/>
          <p:cNvSpPr/>
          <p:nvPr/>
        </p:nvSpPr>
        <p:spPr>
          <a:xfrm>
            <a:off x="685800" y="2029968"/>
            <a:ext cx="7360920" cy="4142232"/>
          </a:xfrm>
          <a:prstGeom prst="rect">
            <a:avLst/>
          </a:prstGeom>
          <a:solidFill>
            <a:srgbClr val="F3EFE2"/>
          </a:solidFill>
          <a:ln w="12700">
            <a:solidFill>
              <a:srgbClr val="CBC4B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37353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A3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8279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Lab page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299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14016"/>
            <a:ext cx="30906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cards with blocked status and reason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attributed to guard, limit or capability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threat feed, refreshed every five seconds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coded security score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5047488"/>
            <a:ext cx="3090672" cy="1124712"/>
          </a:xfrm>
          <a:prstGeom prst="rect">
            <a:avLst/>
          </a:prstGeom>
          <a:solidFill>
            <a:srgbClr val="F5C04E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518464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543153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infinite loop. Wasmtime terminates it in milliseconds and the timeout counter moves.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PLUGINS AND WEBHOOKS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Plugins: versions, fingerprints and external triggers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plugins with version history, and authenticated webhook ingress for external systems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screenshot-slot"/>
          <p:cNvSpPr/>
          <p:nvPr/>
        </p:nvSpPr>
        <p:spPr>
          <a:xfrm>
            <a:off x="685800" y="2029968"/>
            <a:ext cx="7360920" cy="4142232"/>
          </a:xfrm>
          <a:prstGeom prst="rect">
            <a:avLst/>
          </a:prstGeom>
          <a:solidFill>
            <a:srgbClr val="F3EFE2"/>
          </a:solidFill>
          <a:ln w="12700">
            <a:solidFill>
              <a:srgbClr val="CBC4B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37353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A3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8279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Plugins page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299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14016"/>
            <a:ext cx="30906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plugins and bump a version per change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version carries its own fingerprint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webhook endpoint per plugin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HMAC SHA-256 over the body, 401 on mismatch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5047488"/>
            <a:ext cx="3090672" cy="1124712"/>
          </a:xfrm>
          <a:prstGeom prst="rect">
            <a:avLst/>
          </a:prstGeom>
          <a:solidFill>
            <a:srgbClr val="F5C04E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518464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543153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curl call with a valid signature triggers a real run. Change one character and it is refused.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OPERATIONS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 violations, logs and sandbox health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view of what the guard rejected and what the runtime executed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screenshot-slot"/>
          <p:cNvSpPr/>
          <p:nvPr/>
        </p:nvSpPr>
        <p:spPr>
          <a:xfrm>
            <a:off x="685800" y="2029968"/>
            <a:ext cx="7360920" cy="4142232"/>
          </a:xfrm>
          <a:prstGeom prst="rect">
            <a:avLst/>
          </a:prstGeom>
          <a:solidFill>
            <a:srgbClr val="F3EFE2"/>
          </a:solidFill>
          <a:ln w="12700">
            <a:solidFill>
              <a:srgbClr val="CBC4B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37353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A3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8279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page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299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14016"/>
            <a:ext cx="30906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 attempts with rule, line and column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log across the whole sandbox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limits currently in force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health summary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5047488"/>
            <a:ext cx="3090672" cy="1124712"/>
          </a:xfrm>
          <a:prstGeom prst="rect">
            <a:avLst/>
          </a:prstGeom>
          <a:solidFill>
            <a:srgbClr val="F5C04E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518464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543153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questions about auditability. Every denial and every run is recorded.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METRICS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counters, scraping and dashboards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counters emitted by the sandbox and surfaced in Grafana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screenshot-slot"/>
          <p:cNvSpPr/>
          <p:nvPr/>
        </p:nvSpPr>
        <p:spPr>
          <a:xfrm>
            <a:off x="685800" y="2029968"/>
            <a:ext cx="7360920" cy="4142232"/>
          </a:xfrm>
          <a:prstGeom prst="rect">
            <a:avLst/>
          </a:prstGeom>
          <a:solidFill>
            <a:srgbClr val="F3EFE2"/>
          </a:solidFill>
          <a:ln w="12700">
            <a:solidFill>
              <a:srgbClr val="CBC4B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85800" y="373532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A3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SCREENSHOT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082796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86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page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0299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PAGE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414016"/>
            <a:ext cx="309067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Timeouts, out of memory kills, compile errors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 cards poll the endpoint every five seconds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scrapes the API on port 9091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 dashboards on port 3002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0" y="5047488"/>
            <a:ext cx="3090672" cy="1124712"/>
          </a:xfrm>
          <a:prstGeom prst="rect">
            <a:avLst/>
          </a:prstGeom>
          <a:solidFill>
            <a:srgbClr val="F5C04E"/>
          </a:solidFill>
          <a:ln w="12700">
            <a:solidFill>
              <a:srgbClr val="F5C0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5184648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5431536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2D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an attack, then return here. The counter has already moved.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8988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 ·  VERSION 1.0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74352" y="3840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7315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Delivered, and what comes next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3502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7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capabilities complete at version 1.0 | Remaining work is scoped and understood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66544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5088636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50886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Monaco editor with compile and run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AST guard with inline violations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to WASM compilation in Docker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Wasmtime execution with memory and fuel limits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stdout over WebSocket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database bridge behind a capability toggle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Lab with attack cards and threat feed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 storage with versions and fingerprints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ingress with HMAC verification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gallery in the Playground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metrics and Grafana dashboards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14516" y="2066544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14516" y="2359152"/>
            <a:ext cx="5088636" cy="0"/>
          </a:xfrm>
          <a:prstGeom prst="line">
            <a:avLst/>
          </a:prstGeom>
          <a:noFill/>
          <a:ln w="15875">
            <a:solidFill>
              <a:srgbClr val="E0A6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4516" y="2487168"/>
            <a:ext cx="50886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tenant scoping and per tenant execution quotas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version rollback with fingerprint comparison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plugin webhook secrets and replay rejection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webhook execution onto a Redis queue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A3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warm compiler container to cut first compile latency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4516" y="4956048"/>
            <a:ext cx="5088636" cy="932688"/>
          </a:xfrm>
          <a:prstGeom prst="rect">
            <a:avLst/>
          </a:prstGeom>
          <a:solidFill>
            <a:srgbClr val="F5C0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52260" y="5065776"/>
            <a:ext cx="4613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5C44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closing line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652260" y="5303520"/>
            <a:ext cx="46131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A14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never run customer Python. AST guard, WebAssembly, capabilities.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6053328"/>
            <a:ext cx="10817352" cy="0"/>
          </a:xfrm>
          <a:prstGeom prst="line">
            <a:avLst/>
          </a:prstGeom>
          <a:noFill/>
          <a:ln w="9525">
            <a:solidFill>
              <a:srgbClr val="D7D1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618134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7A7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WasmBox  ·  Axlero Solutions, Group 17  ·  October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Axlero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WasmBox, Secure Multi-Tenant Plugin Sandbox</dc:title>
  <dc:subject>PptxGenJS Presentation</dc:subject>
  <dc:creator>Group 17, Axlero Solutions</dc:creator>
  <cp:lastModifiedBy>Group 17, Axlero Solutions</cp:lastModifiedBy>
  <cp:revision>1</cp:revision>
  <dcterms:created xsi:type="dcterms:W3CDTF">2026-10-07T17:44:24Z</dcterms:created>
  <dcterms:modified xsi:type="dcterms:W3CDTF">2026-10-07T17:44:24Z</dcterms:modified>
</cp:coreProperties>
</file>